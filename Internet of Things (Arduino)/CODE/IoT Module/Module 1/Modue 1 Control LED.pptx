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8905-BE8D-FBB2-073C-8E0C7B6A9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057DE-F4DD-D49B-D3BB-943360188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06614-0F34-9057-A9D3-1C562BC0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7088F-E567-CE3A-B108-A338B98B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E53DB-FE3D-8677-789A-25B184C8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8294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61B9-4955-3C1D-35FC-4A2EBEEB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BBBB4-C03D-507E-152C-359C2667D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9AD8D-321C-40E7-8F69-FE352158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829B4-D235-41A2-A51F-00D3FF8B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0AE-11E9-6472-9E4C-0749A8A7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065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5EBF-892E-CE78-0D24-C78BEC5F2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18A65-C71C-5094-7E1C-8EEFC136D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64BE5-8BE9-4A35-647A-8AE0AE233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5D1B1-A104-E7ED-B8F4-EF535A31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8451E-FBF7-0202-82EB-89753D756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4227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2C88-B633-6005-6027-D4F11884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6B268-254F-EABA-E4A9-6271F4FDF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58F52-D9FC-E1E9-70C6-C4879CC26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35D84-F9F4-3EBD-C957-C1A145F6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39F0E-4201-9276-3A2D-9C9A2D16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A519F-B4A3-D1A1-6B96-971D30E2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73999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5483A-3795-604C-B169-C390520F5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5F637-B858-8763-193C-7EFEF918F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4AA63-78DF-4FAD-E610-98B0B89B8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662D1-0B34-0EBC-B5C2-3685B8954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B3EB8-B28D-5E64-DC4A-E802C9494B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C97753-51F7-38CA-59AD-DE681D45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D2F8B-D71F-66E8-0F42-866EFD6A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E9C85-CE96-330F-6405-A43328F8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15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77E0-FFB6-48FA-1E78-42CC0253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9983D7-1BF1-88BC-BE93-2EC64873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8DEC3-C3D7-4BDE-A36C-2A555C09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28845-6178-95C5-B391-6B2BC929D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52409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A0C54-8141-E727-C815-7190DECF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429AB-7089-D7EB-60BF-ACC403ED0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0C163-2C48-7A87-B94E-5B629686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8445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4043-910E-9520-7458-D944736F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79E8C-A5D3-E677-A8DA-DB06D7BD9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10A5D-E2E0-C84D-81D0-4D238BCB6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23D39-EB0D-28A5-E566-709F470A4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BC949-F3D5-CFE3-FD13-579E7054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67A94-85D7-D114-AF46-C719C8F1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3099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17A2-3BAB-A766-7908-3C1BCC0DC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684E28-B34D-1592-546E-A07E33DC1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C0C52-5B88-D9F1-2E0F-57E4445B3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27742-76AA-D831-0AC6-31490B52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795A3-0325-DAA7-9FC1-80CE1E43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91B46-8D68-B5C2-3719-12438173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5646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A3C7-9AED-7279-D871-A86842CF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CE89F-C4B0-0EAE-7C7D-56A94265E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F970B-9AC4-7905-2368-DDC6DA8C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9268A-D3D7-5943-3E20-E3EEABC8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73B8-B7D5-6A64-E68C-922D152C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3978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FC1BC-2720-1E26-0E64-28016384D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A095D-87AE-0F60-0D74-7A663D527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6DB9A-31D0-1FBA-DA50-F13FC7574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AEEE3-EF6F-8EE3-82B1-50545A88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8F09A-B1A6-DE73-7226-EF1FBA0B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6905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B6194-D819-476F-734D-1829B892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2114C-27C8-6E16-473D-CADF36E7C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A9048-8FCC-5841-880F-ECD7D07C3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C75F7-A7A7-41F7-A4B3-EEA83714B650}" type="datetimeFigureOut">
              <a:rPr lang="en-MY" smtClean="0"/>
              <a:t>06/03/2024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52F6E-8B10-0738-D477-703E848B3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E0D2A-4A07-9E1F-DC53-3A214A1FD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96D5E-968C-4671-89A9-6BE540A98E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1257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okwi.com/projects/new/esp3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reate Home Automation with Arduino IoT Cloud | Mouser">
            <a:extLst>
              <a:ext uri="{FF2B5EF4-FFF2-40B4-BE49-F238E27FC236}">
                <a16:creationId xmlns:a16="http://schemas.microsoft.com/office/drawing/2014/main" id="{6C88D963-C4CF-23E4-2907-387F05A35D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AD213D-2BE4-0C98-642E-CAE3C9C18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IoT Module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ESP32 with Blynk Platform</a:t>
            </a:r>
            <a:endParaRPr lang="en-MY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78587-E7E1-573E-EB84-D3FB96514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Prepared by: Muhammad Shahkhir Bin Mozamir</a:t>
            </a:r>
          </a:p>
        </p:txBody>
      </p:sp>
    </p:spTree>
    <p:extLst>
      <p:ext uri="{BB962C8B-B14F-4D97-AF65-F5344CB8AC3E}">
        <p14:creationId xmlns:p14="http://schemas.microsoft.com/office/powerpoint/2010/main" val="618403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B28A2-5683-C5E5-306E-7CCF68CE1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sz="3700"/>
              <a:t>Module 1: Control LED using </a:t>
            </a:r>
            <a:r>
              <a:rPr lang="en-US" sz="3700" err="1"/>
              <a:t>Blyink</a:t>
            </a:r>
            <a:r>
              <a:rPr lang="en-US" sz="3700"/>
              <a:t> Platform</a:t>
            </a:r>
            <a:endParaRPr lang="en-MY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CBC6F-1C89-CF1A-2037-7E8D179CB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n-US" sz="2000" dirty="0"/>
              <a:t>Set up the component on ESP32 USING </a:t>
            </a:r>
            <a:r>
              <a:rPr lang="en-US" sz="2000" dirty="0">
                <a:hlinkClick r:id="rId2"/>
              </a:rPr>
              <a:t>https://wokwi.com/projects/new/esp32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Ground LED to </a:t>
            </a:r>
            <a:r>
              <a:rPr lang="en-US" sz="2000" dirty="0" err="1"/>
              <a:t>Gnd</a:t>
            </a:r>
            <a:r>
              <a:rPr lang="en-US" sz="2000" dirty="0"/>
              <a:t> ESP</a:t>
            </a:r>
          </a:p>
          <a:p>
            <a:r>
              <a:rPr lang="en-US" sz="2000" dirty="0"/>
              <a:t>Positive LED to pin 4 ESP</a:t>
            </a:r>
            <a:endParaRPr lang="en-MY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8FF9DB-E159-856E-6003-24B18F87C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920" y="717012"/>
            <a:ext cx="4425029" cy="54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88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9B447FE-DDA9-4B30-828A-59FC5691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6096002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52884" y="609601"/>
            <a:ext cx="6858003" cy="5638801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2217950"/>
            <a:ext cx="6103518" cy="464004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6C3B9CB-4E48-4726-B7B9-9E02F71B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137312">
            <a:off x="565239" y="1211422"/>
            <a:ext cx="4640488" cy="4640488"/>
          </a:xfrm>
          <a:prstGeom prst="ellipse">
            <a:avLst/>
          </a:prstGeom>
          <a:gradFill>
            <a:gsLst>
              <a:gs pos="5300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0"/>
            <a:ext cx="6103519" cy="6870700"/>
          </a:xfrm>
          <a:prstGeom prst="rect">
            <a:avLst/>
          </a:prstGeom>
          <a:gradFill>
            <a:gsLst>
              <a:gs pos="24000">
                <a:schemeClr val="accent1">
                  <a:alpha val="0"/>
                </a:schemeClr>
              </a:gs>
              <a:gs pos="100000">
                <a:srgbClr val="000000">
                  <a:alpha val="71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F0554-A934-CDF8-5548-93914D6B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788" y="2654490"/>
            <a:ext cx="4567686" cy="32203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Copy and paste the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D0454-C644-481E-A2BF-976EEA61B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835862"/>
            <a:ext cx="4138655" cy="1112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buNone/>
            </a:pPr>
            <a:r>
              <a:rPr lang="en-US" sz="2400">
                <a:solidFill>
                  <a:srgbClr val="FFFFFF"/>
                </a:solidFill>
              </a:rPr>
              <a:t>Path:  IoT Module\ESP32 FILE\wokwi_blynk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3C755-86AC-FE13-5EC7-1E3293016E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95" b="-1"/>
          <a:stretch/>
        </p:blipFill>
        <p:spPr>
          <a:xfrm>
            <a:off x="6553199" y="457200"/>
            <a:ext cx="51816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5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4D8A7-3392-8773-EFC7-D255EE6A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 up the Blynk Cloud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B973B1E-474B-9A2D-C405-BDD48E6F1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8623" y="467208"/>
            <a:ext cx="5553358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28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B7F687-1C72-2964-8816-1D9B1B2C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new template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29AE0A-358D-850C-279C-9F12B2F22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31492"/>
            <a:ext cx="7225748" cy="459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96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04349-6081-F617-D71E-B4A030379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Follow as the picture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CA490B-F1C1-8D56-6688-C35B3F597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053536"/>
            <a:ext cx="7225748" cy="475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2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B092C-0ED9-B6BC-FCD7-AA7AB569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94386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After click done, click </a:t>
            </a: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Streams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tab,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Virtual Pin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C19803A-7319-31DC-A706-56C0C5DDE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46115"/>
            <a:ext cx="6780700" cy="476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0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B27D7-719F-A129-8629-5B364400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Follow the setting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EF6F1D-B3CB-1755-AA62-4350DAD0F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46192"/>
            <a:ext cx="6780700" cy="376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15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ED56D-659F-0058-AAF1-1D0601879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After setting will look </a:t>
            </a:r>
            <a:r>
              <a:rPr lang="en-US" sz="3600" dirty="0">
                <a:solidFill>
                  <a:srgbClr val="FFFFFF"/>
                </a:solidFill>
              </a:rPr>
              <a:t>this. Then click </a:t>
            </a:r>
            <a:r>
              <a:rPr lang="en-US" sz="3600" b="1" dirty="0">
                <a:solidFill>
                  <a:srgbClr val="FFFFFF"/>
                </a:solidFill>
              </a:rPr>
              <a:t>Web Dashboard </a:t>
            </a:r>
            <a:r>
              <a:rPr lang="en-US" sz="3600" dirty="0">
                <a:solidFill>
                  <a:srgbClr val="FFFFFF"/>
                </a:solidFill>
              </a:rPr>
              <a:t>Tab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2EF470-DFAF-0D50-9571-FCE2BD57F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02026"/>
            <a:ext cx="6780700" cy="505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49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0F3E5B-F0FB-C47F-079C-5DDBC94E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Drag the switch and click </a:t>
            </a: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setting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on the switch: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37959F-13D2-3787-0E72-B84878E5A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74887"/>
            <a:ext cx="6780700" cy="530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93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79E1B-18F0-83E1-9622-5383D49A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Follow the figure: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83D623-C2F6-DE07-8B19-C808AAE5E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52957"/>
            <a:ext cx="6780700" cy="394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19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BAD151-0E57-1AD0-0C96-365B73581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</a:t>
            </a: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device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and click </a:t>
            </a: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new device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86C57F-DAF9-E7D0-3AE4-75A15775C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61432"/>
            <a:ext cx="6780700" cy="393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70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09947-5BC3-8A68-AB4A-4C5FADAC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From template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C560EC-7A58-817D-AAB2-60F056278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19054"/>
            <a:ext cx="6780700" cy="401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56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8FC22-FF7B-86BD-81BD-2B4AC2CEB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Follow Figure: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EDB3CFB-0730-DBC7-96B0-C61F6244C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32507"/>
            <a:ext cx="6780700" cy="539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4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15144-6673-EBE1-2952-E10004BD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Copy the ALL THE #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A40CF0-A91A-AB33-B050-898328FED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664854"/>
            <a:ext cx="6780700" cy="3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87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EC195-B463-7CC7-52A4-16212C9D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Paste at the code WOKWI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086FBC0-2A69-90FE-6732-DA4FE1712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76598"/>
            <a:ext cx="6780700" cy="5102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FB77F5-FC1D-E298-2A00-0011681084FD}"/>
              </a:ext>
            </a:extLst>
          </p:cNvPr>
          <p:cNvSpPr/>
          <p:nvPr/>
        </p:nvSpPr>
        <p:spPr>
          <a:xfrm>
            <a:off x="5293360" y="1747520"/>
            <a:ext cx="6329680" cy="10668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99133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9DCDF-8313-0C25-B580-F1EFAFB6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Library manager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808132-F599-C756-3F17-F3C1DDBEA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2128366"/>
            <a:ext cx="7225748" cy="260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38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73782-4B29-3AEC-C61E-929B564F7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 RTC and select </a:t>
            </a:r>
            <a:r>
              <a:rPr lang="en-US" sz="4000" dirty="0">
                <a:solidFill>
                  <a:srgbClr val="FFFFFF"/>
                </a:solidFill>
              </a:rPr>
              <a:t>DS1307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RTC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12F2B7-6A7B-9B3E-FD8A-6050455394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017407"/>
            <a:ext cx="7225748" cy="48231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3F6210-B036-F5A5-C9FC-12AA31CACAC8}"/>
              </a:ext>
            </a:extLst>
          </p:cNvPr>
          <p:cNvSpPr/>
          <p:nvPr/>
        </p:nvSpPr>
        <p:spPr>
          <a:xfrm>
            <a:off x="8778240" y="3606800"/>
            <a:ext cx="2143760" cy="36576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6090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72DA8A-365B-75B8-6616-3DF598DD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tab Libraries, will show the DS1307RTC, Delete 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FC3C61-162C-B658-F84A-19029A80D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2245784"/>
            <a:ext cx="7225748" cy="236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95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952EF-A162-78AB-5E32-52A145AA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Copy the link from: </a:t>
            </a:r>
            <a:b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\IoT Module\ESP32 FILE\library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blynk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wokwi</a:t>
            </a:r>
            <a:endParaRPr lang="en-US" sz="3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2979AE-0738-578E-0D9C-091790B91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2155462"/>
            <a:ext cx="7225748" cy="25470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6F794F-AF7D-D37B-1B21-DD7B01F1ABF7}"/>
              </a:ext>
            </a:extLst>
          </p:cNvPr>
          <p:cNvSpPr/>
          <p:nvPr/>
        </p:nvSpPr>
        <p:spPr>
          <a:xfrm>
            <a:off x="5344160" y="3606800"/>
            <a:ext cx="5577840" cy="436880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94822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59B39-EEE4-DC1E-6DB6-C74B9C4D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Run the simulation: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A5D9E5-BEF2-29C7-13C7-8F91CB8D49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5808" y="467208"/>
            <a:ext cx="6218987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40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181</Words>
  <Application>Microsoft Macintosh PowerPoint</Application>
  <PresentationFormat>Widescreen</PresentationFormat>
  <Paragraphs>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IoT Module ESP32 with Blynk Platform</vt:lpstr>
      <vt:lpstr>Module 1: Control LED using Blyink Platform</vt:lpstr>
      <vt:lpstr>Copy and paste the code </vt:lpstr>
      <vt:lpstr>Set up the Blynk Cloud</vt:lpstr>
      <vt:lpstr>Create new template</vt:lpstr>
      <vt:lpstr>Follow as the picture</vt:lpstr>
      <vt:lpstr>After click done, click Data Streams tab, click Virtual Pin</vt:lpstr>
      <vt:lpstr>Follow the setting</vt:lpstr>
      <vt:lpstr>After setting will look this. Then click Web Dashboard Tab  </vt:lpstr>
      <vt:lpstr>Drag the switch and click setting on the switch:</vt:lpstr>
      <vt:lpstr>Follow the figure:</vt:lpstr>
      <vt:lpstr>Click device and click new device</vt:lpstr>
      <vt:lpstr>From template</vt:lpstr>
      <vt:lpstr>Follow Figure:</vt:lpstr>
      <vt:lpstr>Copy the ALL THE #</vt:lpstr>
      <vt:lpstr>Paste at the code WOKWI</vt:lpstr>
      <vt:lpstr>Click Library manager</vt:lpstr>
      <vt:lpstr>Type RTC and select DS1307RTC</vt:lpstr>
      <vt:lpstr>Click tab Libraries, will show the DS1307RTC, Delete it</vt:lpstr>
      <vt:lpstr>Copy the link from:  \IoT Module\ESP32 FILE\library blynk di wokwi</vt:lpstr>
      <vt:lpstr>Run the simulation: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Module ESP32 with Blynk Platform</dc:title>
  <dc:creator>Muhammad Shahkhir Bin Mozamir</dc:creator>
  <cp:lastModifiedBy>SIV∆ .</cp:lastModifiedBy>
  <cp:revision>3</cp:revision>
  <dcterms:created xsi:type="dcterms:W3CDTF">2024-02-21T01:56:10Z</dcterms:created>
  <dcterms:modified xsi:type="dcterms:W3CDTF">2024-03-06T15:55:11Z</dcterms:modified>
</cp:coreProperties>
</file>