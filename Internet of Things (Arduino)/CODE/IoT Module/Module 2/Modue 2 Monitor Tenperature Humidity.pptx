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8905-BE8D-FBB2-073C-8E0C7B6A9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057DE-F4DD-D49B-D3BB-943360188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06614-0F34-9057-A9D3-1C562BC03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21/2/2024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7088F-E567-CE3A-B108-A338B98BB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E53DB-FE3D-8677-789A-25B184C8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8294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61B9-4955-3C1D-35FC-4A2EBEEB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BBBB4-C03D-507E-152C-359C2667D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9AD8D-321C-40E7-8F69-FE3521585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21/2/2024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829B4-D235-41A2-A51F-00D3FF8B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C0AE-11E9-6472-9E4C-0749A8A7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2065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45EBF-892E-CE78-0D24-C78BEC5F2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18A65-C71C-5094-7E1C-8EEFC136D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64BE5-8BE9-4A35-647A-8AE0AE233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21/2/2024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5D1B1-A104-E7ED-B8F4-EF535A31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8451E-FBF7-0202-82EB-89753D756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4227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52C88-B633-6005-6027-D4F11884A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6B268-254F-EABA-E4A9-6271F4FDF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58F52-D9FC-E1E9-70C6-C4879CC26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35D84-F9F4-3EBD-C957-C1A145F6B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21/2/2024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39F0E-4201-9276-3A2D-9C9A2D163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A519F-B4A3-D1A1-6B96-971D30E2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73999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5483A-3795-604C-B169-C390520F5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5F637-B858-8763-193C-7EFEF918F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4AA63-78DF-4FAD-E610-98B0B89B8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662D1-0B34-0EBC-B5C2-3685B8954C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EB3EB8-B28D-5E64-DC4A-E802C9494B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C97753-51F7-38CA-59AD-DE681D45A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21/2/2024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AD2F8B-D71F-66E8-0F42-866EFD6AC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1E9C85-CE96-330F-6405-A43328F88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515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A77E0-FFB6-48FA-1E78-42CC0253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9983D7-1BF1-88BC-BE93-2EC648730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21/2/2024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8DEC3-C3D7-4BDE-A36C-2A555C09D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C28845-6178-95C5-B391-6B2BC929D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52409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6A0C54-8141-E727-C815-7190DECF9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21/2/2024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429AB-7089-D7EB-60BF-ACC403ED0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0C163-2C48-7A87-B94E-5B6296861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84459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4043-910E-9520-7458-D944736FD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79E8C-A5D3-E677-A8DA-DB06D7BD9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10A5D-E2E0-C84D-81D0-4D238BCB6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23D39-EB0D-28A5-E566-709F470A4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21/2/2024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BC949-F3D5-CFE3-FD13-579E70543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67A94-85D7-D114-AF46-C719C8F1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30992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17A2-3BAB-A766-7908-3C1BCC0DC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684E28-B34D-1592-546E-A07E33DC15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C0C52-5B88-D9F1-2E0F-57E4445B3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27742-76AA-D831-0AC6-31490B525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21/2/2024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795A3-0325-DAA7-9FC1-80CE1E432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91B46-8D68-B5C2-3719-12438173C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56464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A3C7-9AED-7279-D871-A86842CF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3CE89F-C4B0-0EAE-7C7D-56A94265E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F970B-9AC4-7905-2368-DDC6DA8C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21/2/2024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9268A-D3D7-5943-3E20-E3EEABC89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073B8-B7D5-6A64-E68C-922D152CD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39782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CFC1BC-2720-1E26-0E64-28016384DA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A095D-87AE-0F60-0D74-7A663D527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6DB9A-31D0-1FBA-DA50-F13FC7574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21/2/2024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AEEE3-EF6F-8EE3-82B1-50545A88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8F09A-B1A6-DE73-7226-EF1FBA0BD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6905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DB6194-D819-476F-734D-1829B8928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2114C-27C8-6E16-473D-CADF36E7C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A9048-8FCC-5841-880F-ECD7D07C3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EC75F7-A7A7-41F7-A4B3-EEA83714B650}" type="datetimeFigureOut">
              <a:rPr lang="en-MY" smtClean="0"/>
              <a:t>21/2/2024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52F6E-8B10-0738-D477-703E848B3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E0D2A-4A07-9E1F-DC53-3A214A1FD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1257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okwi.com/projects/new/esp3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reate Home Automation with Arduino IoT Cloud | Mouser">
            <a:extLst>
              <a:ext uri="{FF2B5EF4-FFF2-40B4-BE49-F238E27FC236}">
                <a16:creationId xmlns:a16="http://schemas.microsoft.com/office/drawing/2014/main" id="{6C88D963-C4CF-23E4-2907-387F05A35D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AD213D-2BE4-0C98-642E-CAE3C9C18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IoT Module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ESP32 with Blynk Platform</a:t>
            </a:r>
            <a:endParaRPr lang="en-MY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78587-E7E1-573E-EB84-D3FB96514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Prepared by: Muhammad Shahkhir Bin Mozamir</a:t>
            </a:r>
          </a:p>
        </p:txBody>
      </p:sp>
    </p:spTree>
    <p:extLst>
      <p:ext uri="{BB962C8B-B14F-4D97-AF65-F5344CB8AC3E}">
        <p14:creationId xmlns:p14="http://schemas.microsoft.com/office/powerpoint/2010/main" val="618403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B28A2-5683-C5E5-306E-7CCF68CE1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sz="3700" dirty="0"/>
              <a:t>Module 2: Control LED using </a:t>
            </a:r>
            <a:r>
              <a:rPr lang="en-US" sz="3700" dirty="0" err="1"/>
              <a:t>Blyink</a:t>
            </a:r>
            <a:r>
              <a:rPr lang="en-US" sz="3700" dirty="0"/>
              <a:t> Platform</a:t>
            </a:r>
            <a:endParaRPr lang="en-MY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CBC6F-1C89-CF1A-2037-7E8D179CB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US" sz="2000" dirty="0"/>
              <a:t>Set up the DHT22 on ESP32 USING </a:t>
            </a:r>
            <a:r>
              <a:rPr lang="en-US" sz="2000" dirty="0">
                <a:hlinkClick r:id="rId2"/>
              </a:rPr>
              <a:t>https://wokwi.com/projects/new/esp32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Ground Sensor to </a:t>
            </a:r>
            <a:r>
              <a:rPr lang="en-US" sz="2000" dirty="0" err="1"/>
              <a:t>Gnd</a:t>
            </a:r>
            <a:r>
              <a:rPr lang="en-US" sz="2000" dirty="0"/>
              <a:t> ESP</a:t>
            </a:r>
          </a:p>
          <a:p>
            <a:r>
              <a:rPr lang="en-US" sz="2000" dirty="0"/>
              <a:t>SDA Sensor to pin  esp:D2</a:t>
            </a:r>
            <a:endParaRPr lang="en-MY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8885CE-1388-F6E7-12E5-B2CE4EE3F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986" y="666829"/>
            <a:ext cx="4747547" cy="55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388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45255C-8D29-05A5-C8B8-CF6DAA63D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New Template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6262452B-A38C-8B6F-B900-7F661C64E6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961510"/>
            <a:ext cx="6780700" cy="29326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DD5D905-44B6-340B-B30F-CC176741A367}"/>
              </a:ext>
            </a:extLst>
          </p:cNvPr>
          <p:cNvSpPr/>
          <p:nvPr/>
        </p:nvSpPr>
        <p:spPr>
          <a:xfrm>
            <a:off x="10373360" y="2286000"/>
            <a:ext cx="1371600" cy="46736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11222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87CFC1-A915-65E2-63C5-95D1DC3CE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Name the template as in Figure: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D83710-AC1C-5D42-BB10-5E2FF30DD9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461432"/>
            <a:ext cx="6780700" cy="393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624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8509BB-7B9E-697A-FD17-6A7E38905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3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Datastreams</a:t>
            </a:r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tab, click edit and new </a:t>
            </a:r>
            <a:r>
              <a:rPr lang="en-US" sz="33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Datastreams</a:t>
            </a:r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 Then click </a:t>
            </a:r>
            <a:r>
              <a:rPr lang="en-US" sz="33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Virtual</a:t>
            </a:r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819633-8660-A1EA-C61C-2EC747E5E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868275"/>
            <a:ext cx="6780700" cy="311912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147A260-5727-0893-3505-83E3D6C809C8}"/>
              </a:ext>
            </a:extLst>
          </p:cNvPr>
          <p:cNvSpPr/>
          <p:nvPr/>
        </p:nvSpPr>
        <p:spPr>
          <a:xfrm>
            <a:off x="5410200" y="2773534"/>
            <a:ext cx="1371600" cy="46736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90D2D9-2CAD-8F22-8A16-9CC6A8D08B1D}"/>
              </a:ext>
            </a:extLst>
          </p:cNvPr>
          <p:cNvSpPr/>
          <p:nvPr/>
        </p:nvSpPr>
        <p:spPr>
          <a:xfrm>
            <a:off x="7481866" y="4440409"/>
            <a:ext cx="1371600" cy="46736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62370E-DF08-DC27-4B7E-9C9FFB8D9FCC}"/>
              </a:ext>
            </a:extLst>
          </p:cNvPr>
          <p:cNvSpPr/>
          <p:nvPr/>
        </p:nvSpPr>
        <p:spPr>
          <a:xfrm>
            <a:off x="7414684" y="3078480"/>
            <a:ext cx="1371600" cy="46736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98169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A4F2-C337-3EAB-01C3-C5403BD7B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Setup the parameter: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09CBAA-3644-48B4-6189-1F2B23086D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851323"/>
            <a:ext cx="6780700" cy="3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97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BE447-B1CC-766D-C3A4-73A0DD129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Setup parameter: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1B269E-34EB-1D52-5FB6-167AFF97D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825895"/>
            <a:ext cx="6780700" cy="320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521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CC2F72-15AE-E47F-FF04-5CA5CE0F0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 another datasteams: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BB07B5-D823-79F1-255E-E955856CD2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808944"/>
            <a:ext cx="6780700" cy="323778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8475C6-E4A7-0E6F-C8E2-93E22411ED5A}"/>
              </a:ext>
            </a:extLst>
          </p:cNvPr>
          <p:cNvSpPr/>
          <p:nvPr/>
        </p:nvSpPr>
        <p:spPr>
          <a:xfrm>
            <a:off x="5410200" y="2773534"/>
            <a:ext cx="1371600" cy="46736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A88D9A-5462-DF0E-DFDC-D649868279E6}"/>
              </a:ext>
            </a:extLst>
          </p:cNvPr>
          <p:cNvSpPr/>
          <p:nvPr/>
        </p:nvSpPr>
        <p:spPr>
          <a:xfrm>
            <a:off x="9931400" y="2682094"/>
            <a:ext cx="1371600" cy="46736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72248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AF417-7E69-323A-A846-D396EE435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Setting parameter: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3E1AB6-B5DD-1178-5440-EA60E2C7C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842847"/>
            <a:ext cx="6780700" cy="316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14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22E65-7A26-572D-41C1-A8361A63F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Setting parameter: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C0BE90-CF87-0322-565A-73DB0B1741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842847"/>
            <a:ext cx="6780700" cy="31699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C28E6D9-32B8-21C1-8DD1-FA552C8BEE72}"/>
              </a:ext>
            </a:extLst>
          </p:cNvPr>
          <p:cNvSpPr/>
          <p:nvPr/>
        </p:nvSpPr>
        <p:spPr>
          <a:xfrm>
            <a:off x="10186416" y="4545463"/>
            <a:ext cx="1371600" cy="46736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40584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F4D874-A639-8951-822E-854A7FB2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Web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DCA555-0F58-9528-B26B-D66F1974D9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868275"/>
            <a:ext cx="6780700" cy="311912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4728FFB-D818-7C93-2582-2D0CC3810375}"/>
              </a:ext>
            </a:extLst>
          </p:cNvPr>
          <p:cNvSpPr/>
          <p:nvPr/>
        </p:nvSpPr>
        <p:spPr>
          <a:xfrm>
            <a:off x="6096000" y="2590654"/>
            <a:ext cx="1371600" cy="46736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61674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4CACF7-5671-2727-A207-EC035647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Drag Gauge to the dashboard: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EAD153-1CA8-AAAE-9574-6C58F9F0B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667724"/>
            <a:ext cx="7225748" cy="352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62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D2639-0B4C-1B0F-56A3-899ABEE00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setting at Gauge and follow Figure: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8BDB3D-D441-5493-B4E4-C9347CE200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797" y="1966293"/>
            <a:ext cx="11130404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99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4E3DBC-2F15-904A-BE3A-02D3AD4E6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Setting 2</a:t>
            </a:r>
            <a:r>
              <a:rPr lang="en-US" sz="4000" kern="1200" baseline="300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nd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Gauge 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462E8D-7C98-8904-BB5B-C455A2B7B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797" y="1966293"/>
            <a:ext cx="11130404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038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7FD60C-24C7-047D-2587-F8F760A5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save data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8036DA9-9654-327D-A524-87B59EAEBD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797" y="1966293"/>
            <a:ext cx="11130404" cy="44521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99FA639-FF3B-2E67-2627-0E67312B9CFE}"/>
              </a:ext>
            </a:extLst>
          </p:cNvPr>
          <p:cNvSpPr/>
          <p:nvPr/>
        </p:nvSpPr>
        <p:spPr>
          <a:xfrm>
            <a:off x="10400000" y="5937187"/>
            <a:ext cx="1371600" cy="46736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67501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110028-24BF-F614-1B92-6C8B9D118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Device and New Device: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1153D6-7D56-E36F-0754-4577E5D6D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5809" y="1966293"/>
            <a:ext cx="10600381" cy="44521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556F89-5D0B-B2F8-D1D6-745DBA3A5CD2}"/>
              </a:ext>
            </a:extLst>
          </p:cNvPr>
          <p:cNvSpPr/>
          <p:nvPr/>
        </p:nvSpPr>
        <p:spPr>
          <a:xfrm>
            <a:off x="795809" y="3195320"/>
            <a:ext cx="1371600" cy="46736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CF1EF0-6A02-FC27-B5A8-256CEAF63733}"/>
              </a:ext>
            </a:extLst>
          </p:cNvPr>
          <p:cNvSpPr/>
          <p:nvPr/>
        </p:nvSpPr>
        <p:spPr>
          <a:xfrm>
            <a:off x="10024590" y="2614867"/>
            <a:ext cx="1371600" cy="46736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26022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554426-9722-BE32-2C7A-D87263A6C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Create new device:</a:t>
            </a:r>
          </a:p>
        </p:txBody>
      </p:sp>
      <p:pic>
        <p:nvPicPr>
          <p:cNvPr id="5" name="Content Placeholder 4" descr="A screenshot of a device&#10;&#10;Description automatically generated">
            <a:extLst>
              <a:ext uri="{FF2B5EF4-FFF2-40B4-BE49-F238E27FC236}">
                <a16:creationId xmlns:a16="http://schemas.microsoft.com/office/drawing/2014/main" id="{432CC2B3-5F71-AD6E-C89B-50767CFAD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99821" y="467208"/>
            <a:ext cx="7030961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21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6E3127-7DD6-B2C3-F23A-10A8357B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Copy the library #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8052AD-D4EE-C27D-434E-0958E3A3BA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7" y="1170831"/>
            <a:ext cx="7225748" cy="45341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35E0BD0-3F60-2EE3-DD24-3426B223B7F8}"/>
              </a:ext>
            </a:extLst>
          </p:cNvPr>
          <p:cNvSpPr/>
          <p:nvPr/>
        </p:nvSpPr>
        <p:spPr>
          <a:xfrm>
            <a:off x="9465790" y="4880547"/>
            <a:ext cx="1371600" cy="46736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68855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A2382-F177-C40A-4C87-8C1CABAAA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Library Manager and install library: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7295B1-CFE6-94CB-12E4-5F59F1F3D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954182"/>
            <a:ext cx="7225748" cy="49496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3275835-D30C-99F4-9D4D-70F7A1F46684}"/>
              </a:ext>
            </a:extLst>
          </p:cNvPr>
          <p:cNvSpPr/>
          <p:nvPr/>
        </p:nvSpPr>
        <p:spPr>
          <a:xfrm>
            <a:off x="9140670" y="4596067"/>
            <a:ext cx="1371600" cy="46736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90296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62CBB-5FA3-1CDF-8746-F7E912B0C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 DHT library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1F737E2-417B-26FC-8EA6-29612768CF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690281"/>
            <a:ext cx="6780700" cy="347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33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201B7A-4EE2-1D61-81EB-3C3A55B12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734280-07E9-980C-D9B8-6BFDFE1F2F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020687"/>
            <a:ext cx="6780700" cy="481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892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141</Words>
  <Application>Microsoft Office PowerPoint</Application>
  <PresentationFormat>Widescreen</PresentationFormat>
  <Paragraphs>26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IoT Module ESP32 with Blynk Platform</vt:lpstr>
      <vt:lpstr>Module 2: Control LED using Blyink Platform</vt:lpstr>
      <vt:lpstr>Click New Template</vt:lpstr>
      <vt:lpstr>Name the template as in Figure:</vt:lpstr>
      <vt:lpstr>Datastreams tab, click edit and new Datastreams. Then click Virtual Pin</vt:lpstr>
      <vt:lpstr>Setup the parameter:</vt:lpstr>
      <vt:lpstr>Setup parameter:</vt:lpstr>
      <vt:lpstr>Add another datasteams:</vt:lpstr>
      <vt:lpstr>Setting parameter:</vt:lpstr>
      <vt:lpstr>Setting parameter:</vt:lpstr>
      <vt:lpstr>Click Web Dashboard</vt:lpstr>
      <vt:lpstr>Drag Gauge to the dashboard:</vt:lpstr>
      <vt:lpstr>Click setting at Gauge and follow Figure:</vt:lpstr>
      <vt:lpstr>Setting 2nd Gauge :</vt:lpstr>
      <vt:lpstr>Click save data</vt:lpstr>
      <vt:lpstr>Click Device and New Device:</vt:lpstr>
      <vt:lpstr>Create new device:</vt:lpstr>
      <vt:lpstr>Copy the library #</vt:lpstr>
      <vt:lpstr>Click Library Manager and install library:</vt:lpstr>
      <vt:lpstr>Install DHT library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Module ESP32 with Blynk Platform</dc:title>
  <dc:creator>Muhammad Shahkhir Bin Mozamir</dc:creator>
  <cp:lastModifiedBy>Muhammad Shahkhir Bin Mozamir</cp:lastModifiedBy>
  <cp:revision>6</cp:revision>
  <dcterms:created xsi:type="dcterms:W3CDTF">2024-02-21T01:56:10Z</dcterms:created>
  <dcterms:modified xsi:type="dcterms:W3CDTF">2024-02-21T06:24:14Z</dcterms:modified>
</cp:coreProperties>
</file>